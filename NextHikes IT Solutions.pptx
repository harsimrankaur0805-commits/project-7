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A4FC2-938F-42DD-B8B2-87ABB8B4FD4E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EC0D2-60F6-4859-81E3-B84FD70A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3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EC0D2-60F6-4859-81E3-B84FD70A502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722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7EEFF-EE56-C358-F5E3-114FA35E7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101E4B-6BCC-FC8B-7C5A-4ABB90157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C8D33-F604-6DD5-C586-E0783867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CBC9-D1A7-481D-8E1D-E1D0842DC030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D5FF8-09E7-13C2-9CA9-A442705DB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48548-A7F6-111A-8FC8-EF8DB57D4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87E-48A4-4E34-8886-A156BA5FC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035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C46DE-E9BA-F200-5935-D45101C1C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4D7D1-FE8F-F108-CB1F-8ECAE838B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2B9A6-5E96-C704-0CEB-018EC9F0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CBC9-D1A7-481D-8E1D-E1D0842DC030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1747-75AD-3140-24B5-EE6DAA8DD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FD240-50F6-C14B-48F4-E5E422D9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87E-48A4-4E34-8886-A156BA5FC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581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B278F-37CB-36BB-EC45-7A7352CA3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45FD3-F72C-9CB6-AF22-2FF8DFB89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95F5F-3426-77AA-427B-BB6537F47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CBC9-D1A7-481D-8E1D-E1D0842DC030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5C20F-9D93-89E2-A1AB-399BBCAF9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9959D-FCDC-B3DB-7B22-C1DBB404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87E-48A4-4E34-8886-A156BA5FC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079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73D2-9800-D089-BFD9-8C42C8829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87411-6C2C-FD03-5675-A8EEA1392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7FD07-4B02-ADEE-07B8-E4039B615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3007F-02C0-BA7D-31B7-60C1233CB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CBC9-D1A7-481D-8E1D-E1D0842DC030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B8940-AC14-C0AF-3128-360EC452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8942D-E633-AF7A-65E3-71438DAE0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87E-48A4-4E34-8886-A156BA5FC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313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E0AA-B54C-CCF2-A200-CF31C7DA7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FD3E9-7E25-9CDA-5C72-80253815D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586A4-5526-FFC3-F13D-DCDFE86C1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2F661-5492-A25F-E24E-B0BCD19CF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9D900-A42C-2BC4-9D1C-184D4D514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1A4B94-6450-F74B-1BB6-0AF9987B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CBC9-D1A7-481D-8E1D-E1D0842DC030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F4E78-35C5-84BE-8A48-716BC19B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C137A5-9233-73C7-82C1-89D4D36B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87E-48A4-4E34-8886-A156BA5FC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182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EF535-4069-ADA5-439D-C77875994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1436-F740-A909-CA29-FAFD397CF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CBC9-D1A7-481D-8E1D-E1D0842DC030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BD30D4-1AD1-8D02-3699-1C6878678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7F58A-6E8F-BFAC-75EC-0E44BD4EC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87E-48A4-4E34-8886-A156BA5FC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68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5175DC-6029-0F71-B878-F91C1D5A2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CBC9-D1A7-481D-8E1D-E1D0842DC030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D910F3-C766-68E1-A34C-92E493B01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0BB14-E272-6896-D59C-6F9F4F8DD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87E-48A4-4E34-8886-A156BA5FC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85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E31CD-94C1-3E84-D5FC-FEDF2B7DA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468C5-DAC0-40B2-71EE-C60C486A8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C4D8EA-6283-60FB-E272-B93182908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9CE23-0250-C852-5733-9C3E708D9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CBC9-D1A7-481D-8E1D-E1D0842DC030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7C886-C6E0-944C-0367-057E9F7B0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ACF07-894F-5EE8-ABF3-EEDCC989E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87E-48A4-4E34-8886-A156BA5FC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15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986D-AE99-4BEA-9DDD-D0D8334FF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868B1D-FB58-FF22-7D9B-EE2D049E6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3AFF6-CE2B-D427-5FF4-38E197A27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0ED97-2B9D-4CA9-19D5-7634FD365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CBC9-D1A7-481D-8E1D-E1D0842DC030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81F01-134B-1EFD-0327-83C214A5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12F93-A3BE-0EC3-8AD7-3782B38D1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87E-48A4-4E34-8886-A156BA5FC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785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299E-9A96-C421-984D-7A748A06A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79DCE-C7C5-9026-3EDC-12A2B5A97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B18A6-534C-5CC4-EAFA-9CE62047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CBC9-D1A7-481D-8E1D-E1D0842DC030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FC88A-9A8B-E92D-70E5-1729B805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FC7F6-3FD1-66A7-0575-95942F81D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87E-48A4-4E34-8886-A156BA5FC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178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341B91-EBA9-2D76-D4F9-4062477D84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B0EBE-17E7-9F19-778C-483F5A7BC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02B0D-D136-E2E6-72C3-84B36F496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CBC9-D1A7-481D-8E1D-E1D0842DC030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B8897-E84B-C5D2-5595-FFE3A16E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C8E57-0677-64EB-1EE9-4C92F5BB3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87E-48A4-4E34-8886-A156BA5FC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9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4AC07-8BF8-0271-43A3-9956724D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9C37-2652-E1A8-0A3A-DED5DB6DD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08795-940B-0872-05AE-AB3B480871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8DCBC9-D1A7-481D-8E1D-E1D0842DC030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4AA4E-11FD-8FA7-FE31-7B5442740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D2E32-3C0F-6470-2158-8C87BBE9D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D987E-48A4-4E34-8886-A156BA5FC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969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92D89-E920-BEF7-78A2-592A4016CB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rgbClr val="C00000"/>
                </a:solidFill>
              </a:rPr>
              <a:t>NextHikes IT Solutions</a:t>
            </a:r>
            <a:br>
              <a:rPr lang="en-IN" sz="4800" b="1" dirty="0"/>
            </a:b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B3DC3-8D89-49B7-FC15-AB986EACE4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2800" dirty="0"/>
              <a:t>Twitter Disaster Tweet Classification Using Machine Learning and Hugging Face</a:t>
            </a:r>
          </a:p>
          <a:p>
            <a:r>
              <a:rPr lang="en-IN" sz="2800" dirty="0"/>
              <a:t>Presented By </a:t>
            </a:r>
            <a:r>
              <a:rPr lang="en-US" sz="2800" b="1" dirty="0"/>
              <a:t>Harsimran Kaur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59628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7B23-2552-1462-E230-F98006CB1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141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Problem Statement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15A81-88C8-783A-D43B-DAC8DA7C4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14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4000" b="1" dirty="0">
                <a:solidFill>
                  <a:srgbClr val="C00000"/>
                </a:solidFill>
              </a:rPr>
              <a:t>Problem Statement</a:t>
            </a:r>
          </a:p>
          <a:p>
            <a:r>
              <a:rPr lang="en-IN" dirty="0"/>
              <a:t>Millions of tweets are posted every day during emergencies and natural disasters. </a:t>
            </a:r>
          </a:p>
          <a:p>
            <a:r>
              <a:rPr lang="en-IN" dirty="0"/>
              <a:t>It is difficult to manually identify disaster-related tweets from non-disaster tweets. </a:t>
            </a:r>
          </a:p>
          <a:p>
            <a:r>
              <a:rPr lang="en-IN" dirty="0"/>
              <a:t>A fast and automated system is required to classify tweets accurately. </a:t>
            </a:r>
          </a:p>
          <a:p>
            <a:r>
              <a:rPr lang="en-IN" dirty="0"/>
              <a:t>Such a system can help emergency response teams identify critical information quickly. </a:t>
            </a:r>
          </a:p>
          <a:p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sz="4000" b="1" dirty="0">
                <a:solidFill>
                  <a:srgbClr val="C00000"/>
                </a:solidFill>
              </a:rPr>
              <a:t>Objective</a:t>
            </a:r>
          </a:p>
          <a:p>
            <a:r>
              <a:rPr lang="en-IN" dirty="0"/>
              <a:t>Develop a machine learning model to classify tweets as </a:t>
            </a:r>
            <a:r>
              <a:rPr lang="en-IN" b="1" dirty="0"/>
              <a:t>Disaster</a:t>
            </a:r>
            <a:r>
              <a:rPr lang="en-IN" dirty="0"/>
              <a:t> or </a:t>
            </a:r>
            <a:r>
              <a:rPr lang="en-IN" b="1" dirty="0"/>
              <a:t>Non-Disaster</a:t>
            </a:r>
            <a:r>
              <a:rPr lang="en-IN" dirty="0"/>
              <a:t>. </a:t>
            </a:r>
          </a:p>
          <a:p>
            <a:r>
              <a:rPr lang="en-IN" dirty="0"/>
              <a:t>Perform tweet preprocessing and feature extraction using </a:t>
            </a:r>
            <a:r>
              <a:rPr lang="en-IN" b="1" dirty="0"/>
              <a:t>TF-IDF</a:t>
            </a:r>
            <a:r>
              <a:rPr lang="en-IN" dirty="0"/>
              <a:t>. </a:t>
            </a:r>
          </a:p>
          <a:p>
            <a:r>
              <a:rPr lang="en-IN" dirty="0"/>
              <a:t>Enhance prediction using </a:t>
            </a:r>
            <a:r>
              <a:rPr lang="en-IN" b="1" dirty="0"/>
              <a:t>Hugging Face Sentiment Analysis (DistilBERT SST-2)</a:t>
            </a:r>
            <a:r>
              <a:rPr lang="en-IN" dirty="0"/>
              <a:t>. </a:t>
            </a:r>
          </a:p>
          <a:p>
            <a:r>
              <a:rPr lang="en-IN" dirty="0"/>
              <a:t>Deploy the trained model using a </a:t>
            </a:r>
            <a:r>
              <a:rPr lang="en-IN" b="1" dirty="0"/>
              <a:t>Streamlit Dashboard</a:t>
            </a:r>
            <a:r>
              <a:rPr lang="en-IN" dirty="0"/>
              <a:t> for real-time prediction.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536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3D0FA-6C87-6BED-689E-9E7343DEE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657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Dataset Overview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83CC1E-FE19-7CE0-4733-25403EFB638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225550"/>
            <a:ext cx="10515600" cy="4295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</a:rPr>
              <a:t>Dataset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Twitter Disaster Tweets Dataset (Kaggle)</a:t>
            </a:r>
            <a:r>
              <a:rPr lang="en-IN" sz="2000" dirty="0"/>
              <a:t> </a:t>
            </a:r>
          </a:p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</a:rPr>
              <a:t>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The dataset contains tweets collected from Twitter.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Each tweet is labeled as either </a:t>
            </a:r>
            <a:r>
              <a:rPr lang="en-IN" sz="2000" b="1" dirty="0"/>
              <a:t>Disaster</a:t>
            </a:r>
            <a:r>
              <a:rPr lang="en-IN" sz="2000" dirty="0"/>
              <a:t> or </a:t>
            </a:r>
            <a:r>
              <a:rPr lang="en-IN" sz="2000" b="1" dirty="0"/>
              <a:t>Non-Disaster</a:t>
            </a:r>
            <a:r>
              <a:rPr lang="en-IN" sz="20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The dataset is used to train a machine learning model for tweet classification.</a:t>
            </a:r>
            <a:br>
              <a:rPr lang="en-IN" sz="2000" dirty="0"/>
            </a:br>
            <a:endParaRPr lang="en-IN" sz="2000" dirty="0"/>
          </a:p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</a:rPr>
              <a:t>Dataset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Total Records: </a:t>
            </a:r>
            <a:r>
              <a:rPr lang="en-IN" sz="2000" b="1" dirty="0"/>
              <a:t>7,613</a:t>
            </a:r>
            <a:r>
              <a:rPr lang="en-IN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Disaster Tweets: </a:t>
            </a:r>
            <a:r>
              <a:rPr lang="en-IN" sz="2000" b="1" dirty="0"/>
              <a:t>3,271</a:t>
            </a:r>
            <a:r>
              <a:rPr lang="en-IN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Non-Disaster Tweets: </a:t>
            </a:r>
            <a:r>
              <a:rPr lang="en-IN" sz="2000" b="1" dirty="0"/>
              <a:t>4,342</a:t>
            </a:r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2B2D9A-DB16-61E2-C450-BC9D8D702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721" y="4097887"/>
            <a:ext cx="5730737" cy="17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861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73FD-E903-D647-C6D3-31FAF3C0B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Exploratory Data Analysis (EDA)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9F0529-CE54-75D5-CA56-B917BC13E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660" y="1251359"/>
            <a:ext cx="3504622" cy="2473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8A4D89-198C-A354-1F8D-4A5225691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890" y="1326893"/>
            <a:ext cx="4213904" cy="2827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A2C979-C66A-894E-F701-8A03E8E78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806" y="1537791"/>
            <a:ext cx="3768213" cy="20158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8BB3E5-7CE4-F38C-6500-87A78AE518A7}"/>
              </a:ext>
            </a:extLst>
          </p:cNvPr>
          <p:cNvSpPr txBox="1"/>
          <p:nvPr/>
        </p:nvSpPr>
        <p:spPr>
          <a:xfrm>
            <a:off x="491613" y="4566156"/>
            <a:ext cx="1170038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</a:rPr>
              <a:t>Key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The dataset contains slightly more </a:t>
            </a:r>
            <a:r>
              <a:rPr lang="en-IN" sz="2000" b="1" dirty="0"/>
              <a:t>Non-Disaster Tweets</a:t>
            </a:r>
            <a:r>
              <a:rPr lang="en-IN" sz="2000" dirty="0"/>
              <a:t> than </a:t>
            </a:r>
            <a:r>
              <a:rPr lang="en-IN" sz="2000" b="1" dirty="0"/>
              <a:t>Disaster Tweets</a:t>
            </a:r>
            <a:r>
              <a:rPr lang="en-IN" sz="20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Disaster tweets commonly include words such as </a:t>
            </a:r>
            <a:r>
              <a:rPr lang="en-IN" sz="2000" b="1" dirty="0"/>
              <a:t>fire, storm, earthquake, and emergency</a:t>
            </a:r>
            <a:r>
              <a:rPr lang="en-IN" sz="20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Non-Disaster tweets contain more general and everyday conversation words.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Exploratory Data Analysis helped understand the dataset before feature extraction and model training</a:t>
            </a:r>
          </a:p>
        </p:txBody>
      </p:sp>
    </p:spTree>
    <p:extLst>
      <p:ext uri="{BB962C8B-B14F-4D97-AF65-F5344CB8AC3E}">
        <p14:creationId xmlns:p14="http://schemas.microsoft.com/office/powerpoint/2010/main" val="1643488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C9CCE-DE91-BDC0-E989-67ED7AD5C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15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Project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7CC7D-90A3-09A5-9375-C4D11064E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6632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                                              ┌─────────┐   ┌────────────┐   ┌──────┐   ┌────────┐</a:t>
            </a:r>
          </a:p>
          <a:p>
            <a:pPr marL="0" indent="0">
              <a:buNone/>
            </a:pPr>
            <a:r>
              <a:rPr lang="en-IN" dirty="0"/>
              <a:t>                                              │ Dataset │→→│Preprocess │→→│ EDA │→→│ TF-IDF │</a:t>
            </a:r>
          </a:p>
          <a:p>
            <a:pPr marL="0" indent="0">
              <a:buNone/>
            </a:pPr>
            <a:r>
              <a:rPr lang="en-IN" dirty="0"/>
              <a:t>                                              └─────────┘   └────────────┘   └──────┘   └────────┘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              │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             ▼</a:t>
            </a:r>
          </a:p>
          <a:p>
            <a:pPr marL="0" indent="0">
              <a:buNone/>
            </a:pPr>
            <a:r>
              <a:rPr lang="en-IN" dirty="0"/>
              <a:t>                                             ┌─────────────┐  ┌─────────────┐  ┌──────────────┐</a:t>
            </a:r>
          </a:p>
          <a:p>
            <a:pPr marL="0" indent="0">
              <a:buNone/>
            </a:pPr>
            <a:r>
              <a:rPr lang="en-IN" dirty="0"/>
              <a:t>                                             │ Hugging Face│→│ Logistic Reg │→│  Prediction  │</a:t>
            </a:r>
          </a:p>
          <a:p>
            <a:pPr marL="0" indent="0">
              <a:buNone/>
            </a:pPr>
            <a:r>
              <a:rPr lang="en-IN" dirty="0"/>
              <a:t>                                             └─────────────┘  └─────────────┘  └──────────────┘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             │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            ▼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┌────────────────┐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│ Streamlit App  │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└────────────────┘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071574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F50B4-7CF6-CAD7-19B7-0A05BF2A9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63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Model Training &amp;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3B72D-883D-2603-EF73-A14DFB7EA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0" y="1117700"/>
            <a:ext cx="6007512" cy="3159331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Feature Engineering</a:t>
            </a:r>
          </a:p>
          <a:p>
            <a:r>
              <a:rPr lang="en-IN" sz="2000" dirty="0"/>
              <a:t>Tweets were converted into numerical features using </a:t>
            </a:r>
            <a:r>
              <a:rPr lang="en-IN" sz="2000" b="1" dirty="0"/>
              <a:t>TF-IDF Vectorization</a:t>
            </a:r>
            <a:r>
              <a:rPr lang="en-IN" sz="2000" dirty="0"/>
              <a:t>. </a:t>
            </a:r>
          </a:p>
          <a:p>
            <a:r>
              <a:rPr lang="en-IN" sz="2000" dirty="0"/>
              <a:t>Sentiment analysis was performed using the </a:t>
            </a:r>
            <a:r>
              <a:rPr lang="en-IN" sz="2000" b="1" dirty="0"/>
              <a:t>Hugging Face Transformers Pipeline</a:t>
            </a:r>
            <a:r>
              <a:rPr lang="en-IN" sz="2000" dirty="0"/>
              <a:t>. </a:t>
            </a:r>
          </a:p>
          <a:p>
            <a:r>
              <a:rPr lang="en-IN" sz="2000" dirty="0"/>
              <a:t>Sentiment labels were encoded into numerical values. </a:t>
            </a:r>
          </a:p>
          <a:p>
            <a:r>
              <a:rPr lang="en-IN" sz="2000" dirty="0"/>
              <a:t>TF-IDF features and sentiment features were combined into a single feature matrix.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4F35F-949C-4BB1-5AA1-AF46F8A0C66E}"/>
              </a:ext>
            </a:extLst>
          </p:cNvPr>
          <p:cNvSpPr txBox="1"/>
          <p:nvPr/>
        </p:nvSpPr>
        <p:spPr>
          <a:xfrm>
            <a:off x="7049740" y="1184219"/>
            <a:ext cx="46113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C00000"/>
                </a:solidFill>
              </a:rPr>
              <a:t>Machine Learning Model</a:t>
            </a:r>
          </a:p>
          <a:p>
            <a:pPr>
              <a:buNone/>
            </a:pPr>
            <a:r>
              <a:rPr lang="en-IN" b="1" dirty="0">
                <a:solidFill>
                  <a:srgbClr val="C00000"/>
                </a:solidFill>
              </a:rPr>
              <a:t>Algorithm Used</a:t>
            </a:r>
            <a:endParaRPr lang="en-IN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Logistic Regression </a:t>
            </a:r>
          </a:p>
          <a:p>
            <a:pPr>
              <a:buNone/>
            </a:pPr>
            <a:r>
              <a:rPr lang="en-IN" b="1" dirty="0">
                <a:solidFill>
                  <a:srgbClr val="C00000"/>
                </a:solidFill>
              </a:rPr>
              <a:t>Train-Test Split</a:t>
            </a:r>
            <a:endParaRPr lang="en-IN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Training Data: </a:t>
            </a:r>
            <a:r>
              <a:rPr lang="en-IN" b="1" dirty="0"/>
              <a:t>80%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Testing Data: </a:t>
            </a:r>
            <a:r>
              <a:rPr lang="en-IN" b="1" dirty="0"/>
              <a:t>20%</a:t>
            </a:r>
            <a:r>
              <a:rPr lang="en-IN" dirty="0"/>
              <a:t> </a:t>
            </a:r>
          </a:p>
          <a:p>
            <a:pPr>
              <a:buNone/>
            </a:pPr>
            <a:r>
              <a:rPr lang="en-IN" b="1" dirty="0">
                <a:solidFill>
                  <a:srgbClr val="C00000"/>
                </a:solidFill>
              </a:rPr>
              <a:t>Model Purpose</a:t>
            </a:r>
            <a:endParaRPr lang="en-IN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Classify tweets into: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🚨 Disaster Tweet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✅ Non-Disaster Tweet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45745F-00AD-88BD-144F-858B2CE792DF}"/>
              </a:ext>
            </a:extLst>
          </p:cNvPr>
          <p:cNvSpPr txBox="1"/>
          <p:nvPr/>
        </p:nvSpPr>
        <p:spPr>
          <a:xfrm>
            <a:off x="6272981" y="4589577"/>
            <a:ext cx="53684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C00000"/>
                </a:solidFill>
              </a:rPr>
              <a:t>Libraries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Scikit-learn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Hugging Face Transformers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Pandas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NumPy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Joblib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B97E97-22D5-3AFD-F20C-288B77E00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68" y="5166379"/>
            <a:ext cx="4054191" cy="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96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2FB7-721E-D24C-EB58-60409360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65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Model Performance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D6087-F621-9E2C-B736-9BE565D13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2" y="1343843"/>
            <a:ext cx="7489723" cy="2815201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Evaluation Metrics</a:t>
            </a:r>
          </a:p>
          <a:p>
            <a:r>
              <a:rPr lang="en-IN" dirty="0"/>
              <a:t>The trained Logistic Regression model was evaluated using standard classification metrics.</a:t>
            </a:r>
          </a:p>
          <a:p>
            <a:r>
              <a:rPr lang="en-IN" b="1" dirty="0"/>
              <a:t>Accuracy:</a:t>
            </a:r>
            <a:r>
              <a:rPr lang="en-IN" dirty="0"/>
              <a:t> </a:t>
            </a:r>
            <a:r>
              <a:rPr lang="en-IN" i="1" dirty="0"/>
              <a:t>(Add your actual accuracy here, e.g., 81.7% or whatever your notebook shows.)</a:t>
            </a:r>
            <a:r>
              <a:rPr lang="en-IN" dirty="0"/>
              <a:t> </a:t>
            </a:r>
          </a:p>
          <a:p>
            <a:r>
              <a:rPr lang="en-IN" dirty="0"/>
              <a:t>Precision </a:t>
            </a:r>
          </a:p>
          <a:p>
            <a:r>
              <a:rPr lang="en-IN" dirty="0"/>
              <a:t>Recall </a:t>
            </a:r>
          </a:p>
          <a:p>
            <a:r>
              <a:rPr lang="en-IN" dirty="0"/>
              <a:t>F1-Score </a:t>
            </a:r>
          </a:p>
          <a:p>
            <a:r>
              <a:rPr lang="en-IN" dirty="0"/>
              <a:t>Confusion Matrix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2006A0-6D68-DE5D-85D8-E286F86D9A73}"/>
              </a:ext>
            </a:extLst>
          </p:cNvPr>
          <p:cNvSpPr txBox="1"/>
          <p:nvPr/>
        </p:nvSpPr>
        <p:spPr>
          <a:xfrm>
            <a:off x="806240" y="425443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C00000"/>
                </a:solidFill>
              </a:rPr>
              <a:t>Key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model successfully classified both </a:t>
            </a:r>
            <a:r>
              <a:rPr lang="en-IN" b="1" dirty="0"/>
              <a:t>Disaster</a:t>
            </a:r>
            <a:r>
              <a:rPr lang="en-IN" dirty="0"/>
              <a:t> and </a:t>
            </a:r>
            <a:r>
              <a:rPr lang="en-IN" b="1" dirty="0"/>
              <a:t>Non-Disaster</a:t>
            </a:r>
            <a:r>
              <a:rPr lang="en-IN" dirty="0"/>
              <a:t> tweets.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 accuracy was achieved using </a:t>
            </a:r>
            <a:r>
              <a:rPr lang="en-IN" b="1" dirty="0"/>
              <a:t>TF-IDF + Hugging Face sentiment features</a:t>
            </a:r>
            <a:r>
              <a:rPr lang="en-IN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confusion matrix shows the number of correct and incorrect predictions.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7E2571-4D1C-7455-9E62-FEE9C5968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133" y="3283975"/>
            <a:ext cx="3342140" cy="70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89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DDB2-5A5B-1F41-39FA-100FD2BC4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479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Streamlit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749B0-D027-7B9F-12B0-58B877B26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334014"/>
            <a:ext cx="8856407" cy="3936076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Description</a:t>
            </a:r>
          </a:p>
          <a:p>
            <a:r>
              <a:rPr lang="en-IN" dirty="0"/>
              <a:t>The trained machine learning model was deployed using </a:t>
            </a:r>
            <a:r>
              <a:rPr lang="en-IN" b="1" dirty="0"/>
              <a:t>Streamlit</a:t>
            </a:r>
            <a:r>
              <a:rPr lang="en-IN" dirty="0"/>
              <a:t> to provide real-time tweet classification.</a:t>
            </a:r>
          </a:p>
          <a:p>
            <a:r>
              <a:rPr lang="en-IN" b="1" dirty="0">
                <a:solidFill>
                  <a:srgbClr val="C00000"/>
                </a:solidFill>
              </a:rPr>
              <a:t>Features</a:t>
            </a:r>
          </a:p>
          <a:p>
            <a:r>
              <a:rPr lang="en-IN" dirty="0"/>
              <a:t>User-friendly interface </a:t>
            </a:r>
          </a:p>
          <a:p>
            <a:r>
              <a:rPr lang="en-IN" dirty="0"/>
              <a:t>Enter any tweet for prediction </a:t>
            </a:r>
          </a:p>
          <a:p>
            <a:r>
              <a:rPr lang="en-IN" dirty="0"/>
              <a:t>Real-time Disaster / Non-Disaster</a:t>
            </a:r>
          </a:p>
          <a:p>
            <a:r>
              <a:rPr lang="en-IN" dirty="0"/>
              <a:t> classification </a:t>
            </a:r>
          </a:p>
          <a:p>
            <a:r>
              <a:rPr lang="en-IN" dirty="0"/>
              <a:t>Model confidence score </a:t>
            </a:r>
          </a:p>
          <a:p>
            <a:r>
              <a:rPr lang="en-IN" dirty="0"/>
              <a:t>Hugging Face sentiment </a:t>
            </a:r>
          </a:p>
          <a:p>
            <a:r>
              <a:rPr lang="en-IN" dirty="0"/>
              <a:t>analysis </a:t>
            </a:r>
          </a:p>
          <a:p>
            <a:r>
              <a:rPr lang="en-IN" dirty="0"/>
              <a:t>Cleaned tweet display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E863E7-EFEF-88F4-BDB3-9170EA474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149" y="2832104"/>
            <a:ext cx="7187380" cy="36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26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A0CA7-7F49-F05A-09FC-89C9AA311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8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Sample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E3BEA-6744-E44E-10A0-054609E36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670"/>
            <a:ext cx="10515600" cy="235308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Key Highlights</a:t>
            </a:r>
          </a:p>
          <a:p>
            <a:r>
              <a:rPr lang="en-IN" dirty="0"/>
              <a:t>Successfully classified disaster-related tweets. </a:t>
            </a:r>
          </a:p>
          <a:p>
            <a:r>
              <a:rPr lang="en-IN" dirty="0"/>
              <a:t>Correctly identified normal everyday tweets as non-disaster. </a:t>
            </a:r>
          </a:p>
          <a:p>
            <a:r>
              <a:rPr lang="en-IN" dirty="0"/>
              <a:t>Combined TF-IDF and Hugging Face sentiment features improved prediction quality. </a:t>
            </a:r>
          </a:p>
          <a:p>
            <a:r>
              <a:rPr lang="en-IN" dirty="0"/>
              <a:t>Ready for real-time deployment using Streamlit.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F6662-EC17-74DF-35F9-75E84DEF7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942" y="3765756"/>
            <a:ext cx="8347587" cy="290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3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96EBD-B947-C7BD-EE61-0762CAD1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05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CCC4-1FB2-F614-BABA-A1DCD3BD3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235" y="1435508"/>
            <a:ext cx="10868333" cy="5112775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Conclusion</a:t>
            </a:r>
          </a:p>
          <a:p>
            <a:r>
              <a:rPr lang="en-IN" dirty="0"/>
              <a:t>Developed a machine learning model to classify tweets as </a:t>
            </a:r>
            <a:r>
              <a:rPr lang="en-IN" b="1" dirty="0"/>
              <a:t>Disaster</a:t>
            </a:r>
            <a:r>
              <a:rPr lang="en-IN" dirty="0"/>
              <a:t> or </a:t>
            </a:r>
            <a:r>
              <a:rPr lang="en-IN" b="1" dirty="0"/>
              <a:t>Non-Disaster</a:t>
            </a:r>
            <a:r>
              <a:rPr lang="en-IN" dirty="0"/>
              <a:t>. </a:t>
            </a:r>
          </a:p>
          <a:p>
            <a:r>
              <a:rPr lang="en-IN" dirty="0"/>
              <a:t>Performed data preprocessing and exploratory data analysis to understand the dataset. </a:t>
            </a:r>
          </a:p>
          <a:p>
            <a:r>
              <a:rPr lang="en-IN" dirty="0"/>
              <a:t>Applied </a:t>
            </a:r>
            <a:r>
              <a:rPr lang="en-IN" b="1" dirty="0"/>
              <a:t>TF-IDF</a:t>
            </a:r>
            <a:r>
              <a:rPr lang="en-IN" dirty="0"/>
              <a:t> for text feature extraction. </a:t>
            </a:r>
          </a:p>
          <a:p>
            <a:r>
              <a:rPr lang="en-IN" dirty="0"/>
              <a:t>Integrated </a:t>
            </a:r>
            <a:r>
              <a:rPr lang="en-IN" b="1" dirty="0"/>
              <a:t>Hugging Face DistilBERT SST-2</a:t>
            </a:r>
            <a:r>
              <a:rPr lang="en-IN" dirty="0"/>
              <a:t> for sentiment analysis. </a:t>
            </a:r>
          </a:p>
          <a:p>
            <a:r>
              <a:rPr lang="en-IN" dirty="0"/>
              <a:t>Trained a </a:t>
            </a:r>
            <a:r>
              <a:rPr lang="en-IN" b="1" dirty="0"/>
              <a:t>Logistic Regression</a:t>
            </a:r>
            <a:r>
              <a:rPr lang="en-IN" dirty="0"/>
              <a:t> model for classification. </a:t>
            </a:r>
          </a:p>
          <a:p>
            <a:r>
              <a:rPr lang="en-IN" dirty="0"/>
              <a:t>Successfully deployed the model using a </a:t>
            </a:r>
            <a:r>
              <a:rPr lang="en-IN" b="1" dirty="0"/>
              <a:t>Streamlit Dashboard</a:t>
            </a:r>
            <a:r>
              <a:rPr lang="en-IN" dirty="0"/>
              <a:t> for real-time predictions.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>
                <a:solidFill>
                  <a:srgbClr val="C00000"/>
                </a:solidFill>
              </a:rPr>
              <a:t>Future Scope</a:t>
            </a:r>
          </a:p>
          <a:p>
            <a:r>
              <a:rPr lang="en-IN" dirty="0"/>
              <a:t>Improve accuracy using advanced transformer models such as </a:t>
            </a:r>
            <a:r>
              <a:rPr lang="en-IN" b="1" dirty="0"/>
              <a:t>BERT</a:t>
            </a:r>
            <a:r>
              <a:rPr lang="en-IN" dirty="0"/>
              <a:t>, </a:t>
            </a:r>
            <a:r>
              <a:rPr lang="en-IN" b="1" dirty="0" err="1"/>
              <a:t>RoBERTa</a:t>
            </a:r>
            <a:r>
              <a:rPr lang="en-IN" dirty="0"/>
              <a:t>, or </a:t>
            </a:r>
            <a:r>
              <a:rPr lang="en-IN" b="1" dirty="0" err="1"/>
              <a:t>DeBERTa</a:t>
            </a:r>
            <a:r>
              <a:rPr lang="en-IN" dirty="0"/>
              <a:t>. </a:t>
            </a:r>
          </a:p>
          <a:p>
            <a:r>
              <a:rPr lang="en-IN" dirty="0"/>
              <a:t>Integrate the </a:t>
            </a:r>
            <a:r>
              <a:rPr lang="en-IN" b="1" dirty="0"/>
              <a:t>Twitter/X API</a:t>
            </a:r>
            <a:r>
              <a:rPr lang="en-IN" dirty="0"/>
              <a:t> for real-time tweet monitoring. </a:t>
            </a:r>
          </a:p>
          <a:p>
            <a:r>
              <a:rPr lang="en-IN" dirty="0"/>
              <a:t>Support </a:t>
            </a:r>
            <a:r>
              <a:rPr lang="en-IN" b="1" dirty="0"/>
              <a:t>multiple languages</a:t>
            </a:r>
            <a:r>
              <a:rPr lang="en-IN" dirty="0"/>
              <a:t> for disaster detection. </a:t>
            </a:r>
          </a:p>
          <a:p>
            <a:r>
              <a:rPr lang="en-IN" dirty="0"/>
              <a:t>Classify tweets by </a:t>
            </a:r>
            <a:r>
              <a:rPr lang="en-IN" b="1" dirty="0"/>
              <a:t>disaster type</a:t>
            </a:r>
            <a:r>
              <a:rPr lang="en-IN" dirty="0"/>
              <a:t> (e.g., Flood, Earthquake, Wildfire, Cyclone). </a:t>
            </a:r>
          </a:p>
          <a:p>
            <a:r>
              <a:rPr lang="en-IN" dirty="0"/>
              <a:t>Deploy the application on a cloud platform for public access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516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8E188-4ABD-E96A-1A8D-43D2463E7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0574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Algerian" panose="04020705040A02060702" pitchFamily="82" charset="0"/>
              </a:rPr>
              <a:t>                         Thank You</a:t>
            </a:r>
            <a:endParaRPr lang="en-IN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662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Office PowerPoint</Application>
  <PresentationFormat>Widescreen</PresentationFormat>
  <Paragraphs>115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Algerian</vt:lpstr>
      <vt:lpstr>Aptos</vt:lpstr>
      <vt:lpstr>Aptos Display</vt:lpstr>
      <vt:lpstr>Arial</vt:lpstr>
      <vt:lpstr>Office Theme</vt:lpstr>
      <vt:lpstr>NextHikes IT Solutions </vt:lpstr>
      <vt:lpstr>Problem Statement &amp; Objective</vt:lpstr>
      <vt:lpstr>Dataset Overview</vt:lpstr>
      <vt:lpstr>Exploratory Data Analysis (EDA)</vt:lpstr>
      <vt:lpstr>Project Methodology</vt:lpstr>
      <vt:lpstr>Model Training &amp; Feature Engineering</vt:lpstr>
      <vt:lpstr>Model Performance Evaluation</vt:lpstr>
      <vt:lpstr>Streamlit Dashboard</vt:lpstr>
      <vt:lpstr>Sample Predictions</vt:lpstr>
      <vt:lpstr>Conclusion &amp; Future Scope</vt:lpstr>
      <vt:lpstr>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Harsimran Kaur</dc:creator>
  <cp:lastModifiedBy>Harsimran Kaur</cp:lastModifiedBy>
  <cp:revision>1</cp:revision>
  <dcterms:created xsi:type="dcterms:W3CDTF">2026-07-12T15:15:31Z</dcterms:created>
  <dcterms:modified xsi:type="dcterms:W3CDTF">2026-07-12T15:15:41Z</dcterms:modified>
</cp:coreProperties>
</file>